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5"/>
  </p:notesMasterIdLst>
  <p:handoutMasterIdLst>
    <p:handoutMasterId r:id="rId16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1" r:id="rId11"/>
    <p:sldId id="342" r:id="rId12"/>
    <p:sldId id="344" r:id="rId13"/>
    <p:sldId id="30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96" d="100"/>
          <a:sy n="96" d="100"/>
        </p:scale>
        <p:origin x="82" y="19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98C2A3-84F9-4C9E-A7C0-15481D2F836A}" type="doc">
      <dgm:prSet loTypeId="urn:microsoft.com/office/officeart/2009/3/layout/SpiralPicture" loCatId="picture" qsTypeId="urn:microsoft.com/office/officeart/2005/8/quickstyle/simple1" qsCatId="simple" csTypeId="urn:microsoft.com/office/officeart/2005/8/colors/accent1_2" csCatId="accent1" phldr="1"/>
      <dgm:spPr/>
    </dgm:pt>
    <dgm:pt modelId="{30F1C94A-96C8-423C-BE5D-0799A4D4A4D6}">
      <dgm:prSet phldrT="[Text]" phldr="1"/>
      <dgm:spPr/>
      <dgm:t>
        <a:bodyPr/>
        <a:lstStyle/>
        <a:p>
          <a:endParaRPr lang="en-IN"/>
        </a:p>
      </dgm:t>
    </dgm:pt>
    <dgm:pt modelId="{A78E65A7-7BC5-498B-9D85-CE9B3BAAF588}" type="parTrans" cxnId="{8BEDEF9E-1BCC-4B35-92F3-A13489854826}">
      <dgm:prSet/>
      <dgm:spPr/>
      <dgm:t>
        <a:bodyPr/>
        <a:lstStyle/>
        <a:p>
          <a:endParaRPr lang="en-IN"/>
        </a:p>
      </dgm:t>
    </dgm:pt>
    <dgm:pt modelId="{9DF5BCC0-B84D-4C49-BFEB-82BE90A74D25}" type="sibTrans" cxnId="{8BEDEF9E-1BCC-4B35-92F3-A13489854826}">
      <dgm:prSet/>
      <dgm:spPr>
        <a:blipFill>
          <a:blip xmlns:r="http://schemas.openxmlformats.org/officeDocument/2006/relationships" r:embed="rId1"/>
          <a:srcRect/>
          <a:stretch>
            <a:fillRect l="-30000" r="-30000"/>
          </a:stretch>
        </a:blipFill>
      </dgm:spPr>
      <dgm:t>
        <a:bodyPr/>
        <a:lstStyle/>
        <a:p>
          <a:endParaRPr lang="en-IN"/>
        </a:p>
      </dgm:t>
    </dgm:pt>
    <dgm:pt modelId="{209E2FDE-431B-4383-8256-0E6EE42DECE1}">
      <dgm:prSet phldrT="[Text]" phldr="1"/>
      <dgm:spPr/>
      <dgm:t>
        <a:bodyPr/>
        <a:lstStyle/>
        <a:p>
          <a:endParaRPr lang="en-IN" dirty="0"/>
        </a:p>
      </dgm:t>
    </dgm:pt>
    <dgm:pt modelId="{F1FF2E87-4091-49F8-8650-48DD20E226B0}" type="parTrans" cxnId="{87ECF2B0-147F-4ED8-9E60-484BF9CA2846}">
      <dgm:prSet/>
      <dgm:spPr/>
      <dgm:t>
        <a:bodyPr/>
        <a:lstStyle/>
        <a:p>
          <a:endParaRPr lang="en-IN"/>
        </a:p>
      </dgm:t>
    </dgm:pt>
    <dgm:pt modelId="{450FF3B4-3370-4DDA-9FC8-F2D0E1C988E4}" type="sibTrans" cxnId="{87ECF2B0-147F-4ED8-9E60-484BF9CA2846}">
      <dgm:prSet/>
      <dgm:spPr>
        <a:blipFill>
          <a:blip xmlns:r="http://schemas.openxmlformats.org/officeDocument/2006/relationships" r:embed="rId2"/>
          <a:srcRect/>
          <a:stretch>
            <a:fillRect l="-30000" r="-30000"/>
          </a:stretch>
        </a:blipFill>
      </dgm:spPr>
      <dgm:t>
        <a:bodyPr/>
        <a:lstStyle/>
        <a:p>
          <a:endParaRPr lang="en-IN"/>
        </a:p>
      </dgm:t>
    </dgm:pt>
    <dgm:pt modelId="{F0B9B846-5D5A-4421-88E5-8B54E868A541}">
      <dgm:prSet phldrT="[Text]" phldr="1"/>
      <dgm:spPr/>
      <dgm:t>
        <a:bodyPr/>
        <a:lstStyle/>
        <a:p>
          <a:endParaRPr lang="en-IN" dirty="0"/>
        </a:p>
      </dgm:t>
    </dgm:pt>
    <dgm:pt modelId="{CB0B67B2-7BC5-424A-9CB2-7E95B9EF7E39}" type="parTrans" cxnId="{86B9B38F-FC4B-4885-967C-FE3AC08EBEE1}">
      <dgm:prSet/>
      <dgm:spPr/>
      <dgm:t>
        <a:bodyPr/>
        <a:lstStyle/>
        <a:p>
          <a:endParaRPr lang="en-IN"/>
        </a:p>
      </dgm:t>
    </dgm:pt>
    <dgm:pt modelId="{0A807C15-10F6-4C8D-97BA-E52C3FB89F1E}" type="sibTrans" cxnId="{86B9B38F-FC4B-4885-967C-FE3AC08EBEE1}">
      <dgm:prSet/>
      <dgm:spPr>
        <a:blipFill>
          <a:blip xmlns:r="http://schemas.openxmlformats.org/officeDocument/2006/relationships" r:embed="rId3"/>
          <a:srcRect/>
          <a:stretch>
            <a:fillRect l="-30000" r="-30000"/>
          </a:stretch>
        </a:blipFill>
      </dgm:spPr>
      <dgm:t>
        <a:bodyPr/>
        <a:lstStyle/>
        <a:p>
          <a:endParaRPr lang="en-IN"/>
        </a:p>
      </dgm:t>
    </dgm:pt>
    <dgm:pt modelId="{34B9447B-758D-481F-9633-595275378C9A}" type="pres">
      <dgm:prSet presAssocID="{D398C2A3-84F9-4C9E-A7C0-15481D2F836A}" presName="Name0" presStyleCnt="0">
        <dgm:presLayoutVars>
          <dgm:chMax val="5"/>
          <dgm:dir/>
        </dgm:presLayoutVars>
      </dgm:prSet>
      <dgm:spPr/>
    </dgm:pt>
    <dgm:pt modelId="{FB8E13E9-AF6D-4A3D-BC89-D3D5178C5DAA}" type="pres">
      <dgm:prSet presAssocID="{D398C2A3-84F9-4C9E-A7C0-15481D2F836A}" presName="picts" presStyleCnt="0"/>
      <dgm:spPr/>
    </dgm:pt>
    <dgm:pt modelId="{0C8F801F-759A-464A-8D69-73D7D7AAB7C8}" type="pres">
      <dgm:prSet presAssocID="{D398C2A3-84F9-4C9E-A7C0-15481D2F836A}" presName="space1" presStyleCnt="0"/>
      <dgm:spPr/>
    </dgm:pt>
    <dgm:pt modelId="{ABE5E7F9-3C26-402D-BD42-04A6A3799550}" type="pres">
      <dgm:prSet presAssocID="{D398C2A3-84F9-4C9E-A7C0-15481D2F836A}" presName="space2" presStyleCnt="0"/>
      <dgm:spPr/>
    </dgm:pt>
    <dgm:pt modelId="{C1E04CEC-51A1-4328-AD96-485A12325D7A}" type="pres">
      <dgm:prSet presAssocID="{9DF5BCC0-B84D-4C49-BFEB-82BE90A74D25}" presName="pictA1" presStyleCnt="0"/>
      <dgm:spPr/>
    </dgm:pt>
    <dgm:pt modelId="{AE2CC357-D6FF-4DD6-BA9E-6C7C2D280579}" type="pres">
      <dgm:prSet presAssocID="{9DF5BCC0-B84D-4C49-BFEB-82BE90A74D25}" presName="imageRepeatNode" presStyleLbl="alignNode1" presStyleIdx="0" presStyleCnt="5" custScaleX="594773" custScaleY="252872" custLinFactX="200000" custLinFactY="100000" custLinFactNeighborX="242529" custLinFactNeighborY="101725"/>
      <dgm:spPr/>
    </dgm:pt>
    <dgm:pt modelId="{811303AB-9556-44BA-86A7-B3125FCAB8C4}" type="pres">
      <dgm:prSet presAssocID="{9DF5BCC0-B84D-4C49-BFEB-82BE90A74D25}" presName="oneDotPict" presStyleCnt="0"/>
      <dgm:spPr/>
    </dgm:pt>
    <dgm:pt modelId="{38AAF2EB-7CE7-4F86-A8BA-A55AD8B6B3A1}" type="pres">
      <dgm:prSet presAssocID="{9DF5BCC0-B84D-4C49-BFEB-82BE90A74D25}" presName="dotPict_11" presStyleLbl="solidFgAcc1" presStyleIdx="0" presStyleCnt="12"/>
      <dgm:spPr/>
    </dgm:pt>
    <dgm:pt modelId="{A3FFB468-53D5-424A-8401-7A6427D4B749}" type="pres">
      <dgm:prSet presAssocID="{450FF3B4-3370-4DDA-9FC8-F2D0E1C988E4}" presName="pictA2" presStyleCnt="0"/>
      <dgm:spPr/>
    </dgm:pt>
    <dgm:pt modelId="{C74DE3BE-8AC3-4ACF-9097-82C00AA7CA1B}" type="pres">
      <dgm:prSet presAssocID="{450FF3B4-3370-4DDA-9FC8-F2D0E1C988E4}" presName="imageRepeatNode" presStyleLbl="alignNode1" presStyleIdx="1" presStyleCnt="5" custScaleX="942887" custScaleY="506091" custLinFactX="257006" custLinFactY="-28588" custLinFactNeighborX="300000" custLinFactNeighborY="-100000"/>
      <dgm:spPr/>
    </dgm:pt>
    <dgm:pt modelId="{814A0307-249D-4926-BA56-663C16DC7544}" type="pres">
      <dgm:prSet presAssocID="{450FF3B4-3370-4DDA-9FC8-F2D0E1C988E4}" presName="twoDotsPict" presStyleCnt="0"/>
      <dgm:spPr/>
    </dgm:pt>
    <dgm:pt modelId="{D9CEDE0D-5C2E-4059-991E-2787D515A2E8}" type="pres">
      <dgm:prSet presAssocID="{450FF3B4-3370-4DDA-9FC8-F2D0E1C988E4}" presName="dotPict_21" presStyleLbl="solidFgAcc1" presStyleIdx="1" presStyleCnt="12"/>
      <dgm:spPr/>
    </dgm:pt>
    <dgm:pt modelId="{1CF02590-73B1-4CC0-9F79-84A60A2AD97E}" type="pres">
      <dgm:prSet presAssocID="{450FF3B4-3370-4DDA-9FC8-F2D0E1C988E4}" presName="dotPict_22" presStyleLbl="solidFgAcc1" presStyleIdx="2" presStyleCnt="12" custFlipHor="1" custScaleX="99829" custScaleY="162196" custLinFactX="3621925" custLinFactY="-800000" custLinFactNeighborX="3700000" custLinFactNeighborY="-847612"/>
      <dgm:spPr/>
    </dgm:pt>
    <dgm:pt modelId="{1B228FEE-EFB2-4040-BE2C-4FE6B4607909}" type="pres">
      <dgm:prSet presAssocID="{0A807C15-10F6-4C8D-97BA-E52C3FB89F1E}" presName="pictA3" presStyleCnt="0"/>
      <dgm:spPr/>
    </dgm:pt>
    <dgm:pt modelId="{2719B0D9-67AA-4FBD-A2A3-26D87A40E1F7}" type="pres">
      <dgm:prSet presAssocID="{0A807C15-10F6-4C8D-97BA-E52C3FB89F1E}" presName="imageRepeatNode" presStyleLbl="alignNode1" presStyleIdx="2" presStyleCnt="5" custScaleX="1896488" custScaleY="1575598" custLinFactX="-531292" custLinFactNeighborX="-600000" custLinFactNeighborY="35888"/>
      <dgm:spPr/>
    </dgm:pt>
    <dgm:pt modelId="{E9D3A17A-9776-4F6B-9589-4C44485869D9}" type="pres">
      <dgm:prSet presAssocID="{0A807C15-10F6-4C8D-97BA-E52C3FB89F1E}" presName="threeDotsPict" presStyleCnt="0"/>
      <dgm:spPr/>
    </dgm:pt>
    <dgm:pt modelId="{E48617DA-A1E3-4438-A0CA-9EEA85B8214A}" type="pres">
      <dgm:prSet presAssocID="{0A807C15-10F6-4C8D-97BA-E52C3FB89F1E}" presName="dotPict_31" presStyleLbl="solidFgAcc1" presStyleIdx="3" presStyleCnt="12" custLinFactX="3649348" custLinFactY="-700000" custLinFactNeighborX="3700000" custLinFactNeighborY="-787843"/>
      <dgm:spPr/>
    </dgm:pt>
    <dgm:pt modelId="{4A1AA74F-304C-48DA-B33E-993492A2F2B6}" type="pres">
      <dgm:prSet presAssocID="{0A807C15-10F6-4C8D-97BA-E52C3FB89F1E}" presName="dotPict_32" presStyleLbl="solidFgAcc1" presStyleIdx="4" presStyleCnt="12" custLinFactX="3400000" custLinFactY="-500000" custLinFactNeighborX="3470042" custLinFactNeighborY="-551761"/>
      <dgm:spPr/>
    </dgm:pt>
    <dgm:pt modelId="{545D919A-6D0A-4E03-BCDA-ACD66F7DA654}" type="pres">
      <dgm:prSet presAssocID="{0A807C15-10F6-4C8D-97BA-E52C3FB89F1E}" presName="dotPict_33" presStyleLbl="solidFgAcc1" presStyleIdx="5" presStyleCnt="12"/>
      <dgm:spPr/>
    </dgm:pt>
    <dgm:pt modelId="{A6F058D3-2537-4251-BC21-BDBA0B48CD64}" type="pres">
      <dgm:prSet presAssocID="{D398C2A3-84F9-4C9E-A7C0-15481D2F836A}" presName="pictB4" presStyleLbl="alignNode1" presStyleIdx="3" presStyleCnt="5" custLinFactX="1535465" custLinFactY="-500000" custLinFactNeighborX="1600000" custLinFactNeighborY="-529363"/>
      <dgm:spPr/>
    </dgm:pt>
    <dgm:pt modelId="{E2439DE9-5F89-4AB4-A2AE-22132BAAA88C}" type="pres">
      <dgm:prSet presAssocID="{D398C2A3-84F9-4C9E-A7C0-15481D2F836A}" presName="pictB5" presStyleLbl="alignNode1" presStyleIdx="4" presStyleCnt="5" custLinFactX="200000" custLinFactY="-100000" custLinFactNeighborX="221345" custLinFactNeighborY="-178335"/>
      <dgm:spPr/>
    </dgm:pt>
    <dgm:pt modelId="{7A21FB64-EF08-4FD7-BC3D-D85BDCBA5433}" type="pres">
      <dgm:prSet presAssocID="{D398C2A3-84F9-4C9E-A7C0-15481D2F836A}" presName="txLine" presStyleCnt="0"/>
      <dgm:spPr/>
    </dgm:pt>
    <dgm:pt modelId="{B4FB89D6-DD4C-40EB-8DCB-3F11581FAD0B}" type="pres">
      <dgm:prSet presAssocID="{30F1C94A-96C8-423C-BE5D-0799A4D4A4D6}" presName="oneDotTx" presStyleCnt="0"/>
      <dgm:spPr/>
    </dgm:pt>
    <dgm:pt modelId="{D34BA097-5410-4CFD-9948-216AC8CD855F}" type="pres">
      <dgm:prSet presAssocID="{30F1C94A-96C8-423C-BE5D-0799A4D4A4D6}" presName="dotTx_11" presStyleLbl="solidFgAcc1" presStyleIdx="6" presStyleCnt="12"/>
      <dgm:spPr/>
    </dgm:pt>
    <dgm:pt modelId="{FFCA77C3-B3FE-484C-8137-286F7CDCA536}" type="pres">
      <dgm:prSet presAssocID="{30F1C94A-96C8-423C-BE5D-0799A4D4A4D6}" presName="Name37" presStyleLbl="revTx" presStyleIdx="0" presStyleCnt="3">
        <dgm:presLayoutVars>
          <dgm:bulletEnabled val="1"/>
        </dgm:presLayoutVars>
      </dgm:prSet>
      <dgm:spPr/>
    </dgm:pt>
    <dgm:pt modelId="{AC0DB0DA-EC18-46C0-8F0D-2B7F84132F49}" type="pres">
      <dgm:prSet presAssocID="{209E2FDE-431B-4383-8256-0E6EE42DECE1}" presName="twoDotsTx" presStyleCnt="0"/>
      <dgm:spPr/>
    </dgm:pt>
    <dgm:pt modelId="{B05BCA11-ACF9-4B6B-8F13-1028F882D293}" type="pres">
      <dgm:prSet presAssocID="{209E2FDE-431B-4383-8256-0E6EE42DECE1}" presName="dotTx_21" presStyleLbl="solidFgAcc1" presStyleIdx="7" presStyleCnt="12"/>
      <dgm:spPr/>
    </dgm:pt>
    <dgm:pt modelId="{FEB20055-04A5-4F59-A416-932B9B4012CC}" type="pres">
      <dgm:prSet presAssocID="{209E2FDE-431B-4383-8256-0E6EE42DECE1}" presName="dotTx_22" presStyleLbl="solidFgAcc1" presStyleIdx="8" presStyleCnt="12"/>
      <dgm:spPr/>
    </dgm:pt>
    <dgm:pt modelId="{3E6245E6-772C-4CE0-93CF-434E9D0E064E}" type="pres">
      <dgm:prSet presAssocID="{209E2FDE-431B-4383-8256-0E6EE42DECE1}" presName="Name39" presStyleLbl="revTx" presStyleIdx="1" presStyleCnt="3">
        <dgm:presLayoutVars>
          <dgm:bulletEnabled val="1"/>
        </dgm:presLayoutVars>
      </dgm:prSet>
      <dgm:spPr/>
    </dgm:pt>
    <dgm:pt modelId="{32E7415F-F6F0-49B3-9693-83D57A768F3D}" type="pres">
      <dgm:prSet presAssocID="{F0B9B846-5D5A-4421-88E5-8B54E868A541}" presName="threeDotsTx" presStyleCnt="0"/>
      <dgm:spPr/>
    </dgm:pt>
    <dgm:pt modelId="{0DB3DE7F-9149-49F7-8F72-1E799BEADE89}" type="pres">
      <dgm:prSet presAssocID="{F0B9B846-5D5A-4421-88E5-8B54E868A541}" presName="dotTx_31" presStyleLbl="solidFgAcc1" presStyleIdx="9" presStyleCnt="12"/>
      <dgm:spPr/>
    </dgm:pt>
    <dgm:pt modelId="{16D2E70E-67EB-4A3D-8C02-2B2CB0057B4F}" type="pres">
      <dgm:prSet presAssocID="{F0B9B846-5D5A-4421-88E5-8B54E868A541}" presName="dotTx_32" presStyleLbl="solidFgAcc1" presStyleIdx="10" presStyleCnt="12" custFlipHor="1" custScaleX="57861" custScaleY="233458"/>
      <dgm:spPr/>
    </dgm:pt>
    <dgm:pt modelId="{8D046091-9356-411D-B73F-8F26A1FC3D2E}" type="pres">
      <dgm:prSet presAssocID="{F0B9B846-5D5A-4421-88E5-8B54E868A541}" presName="dotTx_33" presStyleLbl="solidFgAcc1" presStyleIdx="11" presStyleCnt="12"/>
      <dgm:spPr/>
    </dgm:pt>
    <dgm:pt modelId="{CFF1D318-4A85-4FE5-B923-30079AE914AE}" type="pres">
      <dgm:prSet presAssocID="{F0B9B846-5D5A-4421-88E5-8B54E868A541}" presName="Name41" presStyleLbl="revTx" presStyleIdx="2" presStyleCnt="3" custLinFactX="1368898" custLinFactY="-1200000" custLinFactNeighborX="1400000" custLinFactNeighborY="-1250072">
        <dgm:presLayoutVars>
          <dgm:bulletEnabled val="1"/>
        </dgm:presLayoutVars>
      </dgm:prSet>
      <dgm:spPr/>
    </dgm:pt>
  </dgm:ptLst>
  <dgm:cxnLst>
    <dgm:cxn modelId="{ECC3E70A-162F-4AB3-B6D1-8F914AEA830F}" type="presOf" srcId="{30F1C94A-96C8-423C-BE5D-0799A4D4A4D6}" destId="{FFCA77C3-B3FE-484C-8137-286F7CDCA536}" srcOrd="0" destOrd="0" presId="urn:microsoft.com/office/officeart/2009/3/layout/SpiralPicture"/>
    <dgm:cxn modelId="{A59E5314-7D3E-4746-99A0-BFD4749FD3AA}" type="presOf" srcId="{450FF3B4-3370-4DDA-9FC8-F2D0E1C988E4}" destId="{C74DE3BE-8AC3-4ACF-9097-82C00AA7CA1B}" srcOrd="0" destOrd="0" presId="urn:microsoft.com/office/officeart/2009/3/layout/SpiralPicture"/>
    <dgm:cxn modelId="{46869942-6985-4323-B11D-DB0C932D64D9}" type="presOf" srcId="{F0B9B846-5D5A-4421-88E5-8B54E868A541}" destId="{CFF1D318-4A85-4FE5-B923-30079AE914AE}" srcOrd="0" destOrd="0" presId="urn:microsoft.com/office/officeart/2009/3/layout/SpiralPicture"/>
    <dgm:cxn modelId="{7E928F59-0364-4FCE-BAF6-CFD51BE5B6BC}" type="presOf" srcId="{9DF5BCC0-B84D-4C49-BFEB-82BE90A74D25}" destId="{AE2CC357-D6FF-4DD6-BA9E-6C7C2D280579}" srcOrd="0" destOrd="0" presId="urn:microsoft.com/office/officeart/2009/3/layout/SpiralPicture"/>
    <dgm:cxn modelId="{843E068B-B8BE-4F97-949E-A830FB377B6B}" type="presOf" srcId="{209E2FDE-431B-4383-8256-0E6EE42DECE1}" destId="{3E6245E6-772C-4CE0-93CF-434E9D0E064E}" srcOrd="0" destOrd="0" presId="urn:microsoft.com/office/officeart/2009/3/layout/SpiralPicture"/>
    <dgm:cxn modelId="{86B9B38F-FC4B-4885-967C-FE3AC08EBEE1}" srcId="{D398C2A3-84F9-4C9E-A7C0-15481D2F836A}" destId="{F0B9B846-5D5A-4421-88E5-8B54E868A541}" srcOrd="2" destOrd="0" parTransId="{CB0B67B2-7BC5-424A-9CB2-7E95B9EF7E39}" sibTransId="{0A807C15-10F6-4C8D-97BA-E52C3FB89F1E}"/>
    <dgm:cxn modelId="{8BEDEF9E-1BCC-4B35-92F3-A13489854826}" srcId="{D398C2A3-84F9-4C9E-A7C0-15481D2F836A}" destId="{30F1C94A-96C8-423C-BE5D-0799A4D4A4D6}" srcOrd="0" destOrd="0" parTransId="{A78E65A7-7BC5-498B-9D85-CE9B3BAAF588}" sibTransId="{9DF5BCC0-B84D-4C49-BFEB-82BE90A74D25}"/>
    <dgm:cxn modelId="{87ECF2B0-147F-4ED8-9E60-484BF9CA2846}" srcId="{D398C2A3-84F9-4C9E-A7C0-15481D2F836A}" destId="{209E2FDE-431B-4383-8256-0E6EE42DECE1}" srcOrd="1" destOrd="0" parTransId="{F1FF2E87-4091-49F8-8650-48DD20E226B0}" sibTransId="{450FF3B4-3370-4DDA-9FC8-F2D0E1C988E4}"/>
    <dgm:cxn modelId="{C315FFC7-7BE3-42FB-8604-A005B61D73BF}" type="presOf" srcId="{0A807C15-10F6-4C8D-97BA-E52C3FB89F1E}" destId="{2719B0D9-67AA-4FBD-A2A3-26D87A40E1F7}" srcOrd="0" destOrd="0" presId="urn:microsoft.com/office/officeart/2009/3/layout/SpiralPicture"/>
    <dgm:cxn modelId="{E392F0F0-ABB4-4B88-8543-92E7236DFEDD}" type="presOf" srcId="{D398C2A3-84F9-4C9E-A7C0-15481D2F836A}" destId="{34B9447B-758D-481F-9633-595275378C9A}" srcOrd="0" destOrd="0" presId="urn:microsoft.com/office/officeart/2009/3/layout/SpiralPicture"/>
    <dgm:cxn modelId="{D813B5FD-CB9C-4037-81BB-B15D0D183DA6}" type="presParOf" srcId="{34B9447B-758D-481F-9633-595275378C9A}" destId="{FB8E13E9-AF6D-4A3D-BC89-D3D5178C5DAA}" srcOrd="0" destOrd="0" presId="urn:microsoft.com/office/officeart/2009/3/layout/SpiralPicture"/>
    <dgm:cxn modelId="{239F3752-198A-4914-BD15-E71948B9D443}" type="presParOf" srcId="{FB8E13E9-AF6D-4A3D-BC89-D3D5178C5DAA}" destId="{0C8F801F-759A-464A-8D69-73D7D7AAB7C8}" srcOrd="0" destOrd="0" presId="urn:microsoft.com/office/officeart/2009/3/layout/SpiralPicture"/>
    <dgm:cxn modelId="{B0298DF5-60D7-43F6-AA21-6BD7E52C1761}" type="presParOf" srcId="{FB8E13E9-AF6D-4A3D-BC89-D3D5178C5DAA}" destId="{ABE5E7F9-3C26-402D-BD42-04A6A3799550}" srcOrd="1" destOrd="0" presId="urn:microsoft.com/office/officeart/2009/3/layout/SpiralPicture"/>
    <dgm:cxn modelId="{57327958-D70D-4786-8D2F-DEFA77A08C32}" type="presParOf" srcId="{FB8E13E9-AF6D-4A3D-BC89-D3D5178C5DAA}" destId="{C1E04CEC-51A1-4328-AD96-485A12325D7A}" srcOrd="2" destOrd="0" presId="urn:microsoft.com/office/officeart/2009/3/layout/SpiralPicture"/>
    <dgm:cxn modelId="{5E18AD6B-91CE-4E7D-9AC7-CD8D526DC6AD}" type="presParOf" srcId="{C1E04CEC-51A1-4328-AD96-485A12325D7A}" destId="{AE2CC357-D6FF-4DD6-BA9E-6C7C2D280579}" srcOrd="0" destOrd="0" presId="urn:microsoft.com/office/officeart/2009/3/layout/SpiralPicture"/>
    <dgm:cxn modelId="{C88CBBE9-F8A0-42DD-9E23-DD4A02375C60}" type="presParOf" srcId="{FB8E13E9-AF6D-4A3D-BC89-D3D5178C5DAA}" destId="{811303AB-9556-44BA-86A7-B3125FCAB8C4}" srcOrd="3" destOrd="0" presId="urn:microsoft.com/office/officeart/2009/3/layout/SpiralPicture"/>
    <dgm:cxn modelId="{F9B24AA7-6C27-4F73-A27C-264F7F2D5350}" type="presParOf" srcId="{811303AB-9556-44BA-86A7-B3125FCAB8C4}" destId="{38AAF2EB-7CE7-4F86-A8BA-A55AD8B6B3A1}" srcOrd="0" destOrd="0" presId="urn:microsoft.com/office/officeart/2009/3/layout/SpiralPicture"/>
    <dgm:cxn modelId="{4ABF5578-D89F-4335-AF52-F80037341FF7}" type="presParOf" srcId="{FB8E13E9-AF6D-4A3D-BC89-D3D5178C5DAA}" destId="{A3FFB468-53D5-424A-8401-7A6427D4B749}" srcOrd="4" destOrd="0" presId="urn:microsoft.com/office/officeart/2009/3/layout/SpiralPicture"/>
    <dgm:cxn modelId="{7F48F0BD-E18A-40DB-8B37-682D476CF437}" type="presParOf" srcId="{A3FFB468-53D5-424A-8401-7A6427D4B749}" destId="{C74DE3BE-8AC3-4ACF-9097-82C00AA7CA1B}" srcOrd="0" destOrd="0" presId="urn:microsoft.com/office/officeart/2009/3/layout/SpiralPicture"/>
    <dgm:cxn modelId="{2491CC6D-FC0E-4D73-99E0-DF9848B761D2}" type="presParOf" srcId="{FB8E13E9-AF6D-4A3D-BC89-D3D5178C5DAA}" destId="{814A0307-249D-4926-BA56-663C16DC7544}" srcOrd="5" destOrd="0" presId="urn:microsoft.com/office/officeart/2009/3/layout/SpiralPicture"/>
    <dgm:cxn modelId="{402C265A-6CC6-42DF-869F-49AEBE44C737}" type="presParOf" srcId="{814A0307-249D-4926-BA56-663C16DC7544}" destId="{D9CEDE0D-5C2E-4059-991E-2787D515A2E8}" srcOrd="0" destOrd="0" presId="urn:microsoft.com/office/officeart/2009/3/layout/SpiralPicture"/>
    <dgm:cxn modelId="{CD555469-0703-4BDD-ABB9-1C62E8D81B29}" type="presParOf" srcId="{814A0307-249D-4926-BA56-663C16DC7544}" destId="{1CF02590-73B1-4CC0-9F79-84A60A2AD97E}" srcOrd="1" destOrd="0" presId="urn:microsoft.com/office/officeart/2009/3/layout/SpiralPicture"/>
    <dgm:cxn modelId="{F9657B29-0E10-4BB8-B480-06F88AAE3940}" type="presParOf" srcId="{FB8E13E9-AF6D-4A3D-BC89-D3D5178C5DAA}" destId="{1B228FEE-EFB2-4040-BE2C-4FE6B4607909}" srcOrd="6" destOrd="0" presId="urn:microsoft.com/office/officeart/2009/3/layout/SpiralPicture"/>
    <dgm:cxn modelId="{345788E5-1CBD-4CB6-BBDE-35B49C1FF22B}" type="presParOf" srcId="{1B228FEE-EFB2-4040-BE2C-4FE6B4607909}" destId="{2719B0D9-67AA-4FBD-A2A3-26D87A40E1F7}" srcOrd="0" destOrd="0" presId="urn:microsoft.com/office/officeart/2009/3/layout/SpiralPicture"/>
    <dgm:cxn modelId="{00ABA1BE-A50F-48D5-89D8-B83BAE6D6546}" type="presParOf" srcId="{FB8E13E9-AF6D-4A3D-BC89-D3D5178C5DAA}" destId="{E9D3A17A-9776-4F6B-9589-4C44485869D9}" srcOrd="7" destOrd="0" presId="urn:microsoft.com/office/officeart/2009/3/layout/SpiralPicture"/>
    <dgm:cxn modelId="{79A81991-237C-49B2-9969-A890A167E586}" type="presParOf" srcId="{E9D3A17A-9776-4F6B-9589-4C44485869D9}" destId="{E48617DA-A1E3-4438-A0CA-9EEA85B8214A}" srcOrd="0" destOrd="0" presId="urn:microsoft.com/office/officeart/2009/3/layout/SpiralPicture"/>
    <dgm:cxn modelId="{484058C5-9682-4487-A105-BC68ACC37A14}" type="presParOf" srcId="{E9D3A17A-9776-4F6B-9589-4C44485869D9}" destId="{4A1AA74F-304C-48DA-B33E-993492A2F2B6}" srcOrd="1" destOrd="0" presId="urn:microsoft.com/office/officeart/2009/3/layout/SpiralPicture"/>
    <dgm:cxn modelId="{53BD17C1-C22F-4D76-9B63-F42BC96414F2}" type="presParOf" srcId="{E9D3A17A-9776-4F6B-9589-4C44485869D9}" destId="{545D919A-6D0A-4E03-BCDA-ACD66F7DA654}" srcOrd="2" destOrd="0" presId="urn:microsoft.com/office/officeart/2009/3/layout/SpiralPicture"/>
    <dgm:cxn modelId="{753C3C9E-CEB1-462C-B778-D7D1B3A9729D}" type="presParOf" srcId="{FB8E13E9-AF6D-4A3D-BC89-D3D5178C5DAA}" destId="{A6F058D3-2537-4251-BC21-BDBA0B48CD64}" srcOrd="8" destOrd="0" presId="urn:microsoft.com/office/officeart/2009/3/layout/SpiralPicture"/>
    <dgm:cxn modelId="{3EA65D55-C568-4EC9-8153-A6B1CB1EF9AB}" type="presParOf" srcId="{FB8E13E9-AF6D-4A3D-BC89-D3D5178C5DAA}" destId="{E2439DE9-5F89-4AB4-A2AE-22132BAAA88C}" srcOrd="9" destOrd="0" presId="urn:microsoft.com/office/officeart/2009/3/layout/SpiralPicture"/>
    <dgm:cxn modelId="{60957112-6F0E-48C2-825F-927697DE20ED}" type="presParOf" srcId="{34B9447B-758D-481F-9633-595275378C9A}" destId="{7A21FB64-EF08-4FD7-BC3D-D85BDCBA5433}" srcOrd="1" destOrd="0" presId="urn:microsoft.com/office/officeart/2009/3/layout/SpiralPicture"/>
    <dgm:cxn modelId="{28826B6E-544A-469F-BCF3-D7A988206930}" type="presParOf" srcId="{7A21FB64-EF08-4FD7-BC3D-D85BDCBA5433}" destId="{B4FB89D6-DD4C-40EB-8DCB-3F11581FAD0B}" srcOrd="0" destOrd="0" presId="urn:microsoft.com/office/officeart/2009/3/layout/SpiralPicture"/>
    <dgm:cxn modelId="{6B75EBE3-9EC9-48B8-976D-7276CC78E011}" type="presParOf" srcId="{B4FB89D6-DD4C-40EB-8DCB-3F11581FAD0B}" destId="{D34BA097-5410-4CFD-9948-216AC8CD855F}" srcOrd="0" destOrd="0" presId="urn:microsoft.com/office/officeart/2009/3/layout/SpiralPicture"/>
    <dgm:cxn modelId="{6AFEB9B6-0853-495E-BA89-12280CCF73A0}" type="presParOf" srcId="{7A21FB64-EF08-4FD7-BC3D-D85BDCBA5433}" destId="{FFCA77C3-B3FE-484C-8137-286F7CDCA536}" srcOrd="1" destOrd="0" presId="urn:microsoft.com/office/officeart/2009/3/layout/SpiralPicture"/>
    <dgm:cxn modelId="{C34355CC-0F08-4782-AF7F-A5DF7C59F651}" type="presParOf" srcId="{7A21FB64-EF08-4FD7-BC3D-D85BDCBA5433}" destId="{AC0DB0DA-EC18-46C0-8F0D-2B7F84132F49}" srcOrd="2" destOrd="0" presId="urn:microsoft.com/office/officeart/2009/3/layout/SpiralPicture"/>
    <dgm:cxn modelId="{B54A3AC4-8E09-4E4D-AC5D-F38F7C171ADB}" type="presParOf" srcId="{AC0DB0DA-EC18-46C0-8F0D-2B7F84132F49}" destId="{B05BCA11-ACF9-4B6B-8F13-1028F882D293}" srcOrd="0" destOrd="0" presId="urn:microsoft.com/office/officeart/2009/3/layout/SpiralPicture"/>
    <dgm:cxn modelId="{00365F58-C169-4CEA-BD47-341CDC12458C}" type="presParOf" srcId="{AC0DB0DA-EC18-46C0-8F0D-2B7F84132F49}" destId="{FEB20055-04A5-4F59-A416-932B9B4012CC}" srcOrd="1" destOrd="0" presId="urn:microsoft.com/office/officeart/2009/3/layout/SpiralPicture"/>
    <dgm:cxn modelId="{2BBAE200-B05E-4DC3-9000-21459E09B72B}" type="presParOf" srcId="{7A21FB64-EF08-4FD7-BC3D-D85BDCBA5433}" destId="{3E6245E6-772C-4CE0-93CF-434E9D0E064E}" srcOrd="3" destOrd="0" presId="urn:microsoft.com/office/officeart/2009/3/layout/SpiralPicture"/>
    <dgm:cxn modelId="{42425516-BDC2-4FC9-9EF7-42084DB66929}" type="presParOf" srcId="{7A21FB64-EF08-4FD7-BC3D-D85BDCBA5433}" destId="{32E7415F-F6F0-49B3-9693-83D57A768F3D}" srcOrd="4" destOrd="0" presId="urn:microsoft.com/office/officeart/2009/3/layout/SpiralPicture"/>
    <dgm:cxn modelId="{2DFAACE4-0CB6-4E6A-8912-BB44D48E21F7}" type="presParOf" srcId="{32E7415F-F6F0-49B3-9693-83D57A768F3D}" destId="{0DB3DE7F-9149-49F7-8F72-1E799BEADE89}" srcOrd="0" destOrd="0" presId="urn:microsoft.com/office/officeart/2009/3/layout/SpiralPicture"/>
    <dgm:cxn modelId="{2468C987-3FCA-4AE6-92A2-2F89C877A94A}" type="presParOf" srcId="{32E7415F-F6F0-49B3-9693-83D57A768F3D}" destId="{16D2E70E-67EB-4A3D-8C02-2B2CB0057B4F}" srcOrd="1" destOrd="0" presId="urn:microsoft.com/office/officeart/2009/3/layout/SpiralPicture"/>
    <dgm:cxn modelId="{9DF87F29-DAD4-4BCA-AAB8-888DA5F156CC}" type="presParOf" srcId="{32E7415F-F6F0-49B3-9693-83D57A768F3D}" destId="{8D046091-9356-411D-B73F-8F26A1FC3D2E}" srcOrd="2" destOrd="0" presId="urn:microsoft.com/office/officeart/2009/3/layout/SpiralPicture"/>
    <dgm:cxn modelId="{3D1AECDC-7A1D-4614-A1E3-96AD9F5621D4}" type="presParOf" srcId="{7A21FB64-EF08-4FD7-BC3D-D85BDCBA5433}" destId="{CFF1D318-4A85-4FE5-B923-30079AE914AE}" srcOrd="5" destOrd="0" presId="urn:microsoft.com/office/officeart/2009/3/layout/SpiralPictur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2CC357-D6FF-4DD6-BA9E-6C7C2D280579}">
      <dsp:nvSpPr>
        <dsp:cNvPr id="0" name=""/>
        <dsp:cNvSpPr/>
      </dsp:nvSpPr>
      <dsp:spPr>
        <a:xfrm>
          <a:off x="6125578" y="2725540"/>
          <a:ext cx="5295048" cy="2251227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30000" r="-30000"/>
          </a:stretch>
        </a:blip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AF2EB-7CE7-4F86-A8BA-A55AD8B6B3A1}">
      <dsp:nvSpPr>
        <dsp:cNvPr id="0" name=""/>
        <dsp:cNvSpPr/>
      </dsp:nvSpPr>
      <dsp:spPr>
        <a:xfrm>
          <a:off x="5333987" y="2494271"/>
          <a:ext cx="79628" cy="796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4DE3BE-8AC3-4ACF-9097-82C00AA7CA1B}">
      <dsp:nvSpPr>
        <dsp:cNvPr id="0" name=""/>
        <dsp:cNvSpPr/>
      </dsp:nvSpPr>
      <dsp:spPr>
        <a:xfrm>
          <a:off x="6245741" y="0"/>
          <a:ext cx="5103662" cy="2739371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30000" r="-30000"/>
          </a:stretch>
        </a:blip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CEDE0D-5C2E-4059-991E-2787D515A2E8}">
      <dsp:nvSpPr>
        <dsp:cNvPr id="0" name=""/>
        <dsp:cNvSpPr/>
      </dsp:nvSpPr>
      <dsp:spPr>
        <a:xfrm>
          <a:off x="5774651" y="2145287"/>
          <a:ext cx="79628" cy="796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F02590-73B1-4CC0-9F79-84A60A2AD97E}">
      <dsp:nvSpPr>
        <dsp:cNvPr id="0" name=""/>
        <dsp:cNvSpPr/>
      </dsp:nvSpPr>
      <dsp:spPr>
        <a:xfrm flipH="1">
          <a:off x="11341270" y="808559"/>
          <a:ext cx="79356" cy="12915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19B0D9-67AA-4FBD-A2A3-26D87A40E1F7}">
      <dsp:nvSpPr>
        <dsp:cNvPr id="0" name=""/>
        <dsp:cNvSpPr/>
      </dsp:nvSpPr>
      <dsp:spPr>
        <a:xfrm>
          <a:off x="0" y="0"/>
          <a:ext cx="6263869" cy="4976768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30000" r="-30000"/>
          </a:stretch>
        </a:blip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8617DA-A1E3-4438-A0CA-9EEA85B8214A}">
      <dsp:nvSpPr>
        <dsp:cNvPr id="0" name=""/>
        <dsp:cNvSpPr/>
      </dsp:nvSpPr>
      <dsp:spPr>
        <a:xfrm>
          <a:off x="11340998" y="1309527"/>
          <a:ext cx="79628" cy="796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1AA74F-304C-48DA-B33E-993492A2F2B6}">
      <dsp:nvSpPr>
        <dsp:cNvPr id="0" name=""/>
        <dsp:cNvSpPr/>
      </dsp:nvSpPr>
      <dsp:spPr>
        <a:xfrm>
          <a:off x="11274906" y="1567190"/>
          <a:ext cx="79628" cy="796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5D919A-6D0A-4E03-BCDA-ACD66F7DA654}">
      <dsp:nvSpPr>
        <dsp:cNvPr id="0" name=""/>
        <dsp:cNvSpPr/>
      </dsp:nvSpPr>
      <dsp:spPr>
        <a:xfrm>
          <a:off x="5893991" y="2315107"/>
          <a:ext cx="79628" cy="796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F058D3-2537-4251-BC21-BDBA0B48CD64}">
      <dsp:nvSpPr>
        <dsp:cNvPr id="0" name=""/>
        <dsp:cNvSpPr/>
      </dsp:nvSpPr>
      <dsp:spPr>
        <a:xfrm>
          <a:off x="11228330" y="481796"/>
          <a:ext cx="192296" cy="1922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439DE9-5F89-4AB4-A2AE-22132BAAA88C}">
      <dsp:nvSpPr>
        <dsp:cNvPr id="0" name=""/>
        <dsp:cNvSpPr/>
      </dsp:nvSpPr>
      <dsp:spPr>
        <a:xfrm>
          <a:off x="6322201" y="1993677"/>
          <a:ext cx="192296" cy="1184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BA097-5410-4CFD-9948-216AC8CD855F}">
      <dsp:nvSpPr>
        <dsp:cNvPr id="0" name=""/>
        <dsp:cNvSpPr/>
      </dsp:nvSpPr>
      <dsp:spPr>
        <a:xfrm>
          <a:off x="5630664" y="4097458"/>
          <a:ext cx="79317" cy="796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CA77C3-B3FE-484C-8137-286F7CDCA536}">
      <dsp:nvSpPr>
        <dsp:cNvPr id="0" name=""/>
        <dsp:cNvSpPr/>
      </dsp:nvSpPr>
      <dsp:spPr>
        <a:xfrm>
          <a:off x="5709982" y="4058897"/>
          <a:ext cx="89648" cy="156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2700" rIns="3556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709982" y="4058897"/>
        <a:ext cx="89648" cy="156749"/>
      </dsp:txXfrm>
    </dsp:sp>
    <dsp:sp modelId="{B05BCA11-ACF9-4B6B-8F13-1028F882D293}">
      <dsp:nvSpPr>
        <dsp:cNvPr id="0" name=""/>
        <dsp:cNvSpPr/>
      </dsp:nvSpPr>
      <dsp:spPr>
        <a:xfrm>
          <a:off x="5799631" y="4097458"/>
          <a:ext cx="79224" cy="796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B20055-04A5-4F59-A416-932B9B4012CC}">
      <dsp:nvSpPr>
        <dsp:cNvPr id="0" name=""/>
        <dsp:cNvSpPr/>
      </dsp:nvSpPr>
      <dsp:spPr>
        <a:xfrm>
          <a:off x="5918700" y="4097458"/>
          <a:ext cx="79224" cy="796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245E6-772C-4CE0-93CF-434E9D0E064E}">
      <dsp:nvSpPr>
        <dsp:cNvPr id="0" name=""/>
        <dsp:cNvSpPr/>
      </dsp:nvSpPr>
      <dsp:spPr>
        <a:xfrm>
          <a:off x="5997925" y="4058897"/>
          <a:ext cx="89648" cy="156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2700" rIns="3556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 dirty="0"/>
        </a:p>
      </dsp:txBody>
      <dsp:txXfrm>
        <a:off x="5997925" y="4058897"/>
        <a:ext cx="89648" cy="156749"/>
      </dsp:txXfrm>
    </dsp:sp>
    <dsp:sp modelId="{0DB3DE7F-9149-49F7-8F72-1E799BEADE89}">
      <dsp:nvSpPr>
        <dsp:cNvPr id="0" name=""/>
        <dsp:cNvSpPr/>
      </dsp:nvSpPr>
      <dsp:spPr>
        <a:xfrm>
          <a:off x="6087574" y="4187039"/>
          <a:ext cx="79472" cy="796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D2E70E-67EB-4A3D-8C02-2B2CB0057B4F}">
      <dsp:nvSpPr>
        <dsp:cNvPr id="0" name=""/>
        <dsp:cNvSpPr/>
      </dsp:nvSpPr>
      <dsp:spPr>
        <a:xfrm flipH="1">
          <a:off x="6178826" y="4044322"/>
          <a:ext cx="5154" cy="18589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046091-9356-411D-B73F-8F26A1FC3D2E}">
      <dsp:nvSpPr>
        <dsp:cNvPr id="0" name=""/>
        <dsp:cNvSpPr/>
      </dsp:nvSpPr>
      <dsp:spPr>
        <a:xfrm>
          <a:off x="6266325" y="4007876"/>
          <a:ext cx="79472" cy="796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F1D318-4A85-4FE5-B923-30079AE914AE}">
      <dsp:nvSpPr>
        <dsp:cNvPr id="0" name=""/>
        <dsp:cNvSpPr/>
      </dsp:nvSpPr>
      <dsp:spPr>
        <a:xfrm>
          <a:off x="11188143" y="218417"/>
          <a:ext cx="89648" cy="156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2700" rIns="3556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 dirty="0"/>
        </a:p>
      </dsp:txBody>
      <dsp:txXfrm>
        <a:off x="11188143" y="218417"/>
        <a:ext cx="89648" cy="1567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piralPicture">
  <dgm:title val=""/>
  <dgm:desc val=""/>
  <dgm:catLst>
    <dgm:cat type="picture" pri="4000"/>
    <dgm:cat type="pictureconvert" pri="4000"/>
  </dgm:catLst>
  <dgm:samp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11" srcId="0" destId="1" srcOrd="0" destOrd="0"/>
        <dgm:cxn modelId="12" srcId="0" destId="2" srcOrd="0" destOrd="0"/>
        <dgm:cxn modelId="13" srcId="0" destId="3" srcOrd="0" destOrd="0"/>
        <dgm:cxn modelId="14" srcId="0" destId="4" srcOrd="0" destOrd="0"/>
        <dgm:cxn modelId="15" srcId="0" destId="5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5"/>
      <dgm:dir/>
    </dgm:varLst>
    <dgm:alg type="composite">
      <dgm:param type="ar" val="1.515"/>
    </dgm:alg>
    <dgm:shape xmlns:r="http://schemas.openxmlformats.org/officeDocument/2006/relationships" r:blip="">
      <dgm:adjLst/>
    </dgm:shape>
    <dgm:constrLst>
      <dgm:constr type="w" for="ch" forName="picts" refType="w"/>
      <dgm:constr type="h" for="ch" forName="picts" refType="h" fact="0.93"/>
      <dgm:constr type="b" for="ch" forName="txLine" refType="h"/>
      <dgm:constr type="w" for="ch" forName="txLine" refType="w"/>
      <dgm:constr type="h" for="ch" forName="txLine" refType="h" fact="0.07"/>
      <dgm:constr type="userD" for="des" refType="h" fact="0.016"/>
    </dgm:constrLst>
    <dgm:forEach name="Name1" axis="self" ptType="parTrans">
      <dgm:forEach name="Name2" axis="self" ptType="sibTrans" st="2">
        <dgm:forEach name="imageRepeat" axis="self">
          <dgm:layoutNode name="imageRepeatNode" styleLbl="alignNode1">
            <dgm:alg type="sp"/>
            <dgm:shape xmlns:r="http://schemas.openxmlformats.org/officeDocument/2006/relationships" type="rect" r:blip="" blipPhldr="1">
              <dgm:adjLst/>
            </dgm:shape>
            <dgm:presOf axis="self"/>
          </dgm:layoutNode>
        </dgm:forEach>
      </dgm:forEach>
    </dgm:forEach>
    <dgm:layoutNode name="picts">
      <dgm:alg type="composite"/>
      <dgm:shape xmlns:r="http://schemas.openxmlformats.org/officeDocument/2006/relationships" r:blip="">
        <dgm:adjLst/>
      </dgm:shape>
      <dgm:choose name="Name3">
        <dgm:if name="Name4" func="var" arg="dir" op="equ" val="norm">
          <dgm:constrLst>
            <dgm:constr type="userD"/>
            <dgm:constr type="w" for="ch" forName="space1" refType="h"/>
            <dgm:constr type="h" for="ch" forName="space1" refType="h"/>
            <dgm:constr type="r" for="ch" forName="space2" refType="w"/>
            <dgm:constr type="w" for="ch" forName="space2" refType="h" fact="0.608"/>
            <dgm:constr type="l" for="ch" forName="pictA1"/>
            <dgm:constr type="t" for="ch" forName="pictA1"/>
            <dgm:constr type="w" for="ch" forName="pictA1" refType="h"/>
            <dgm:constr type="h" for="ch" forName="pictA1" refType="h"/>
            <dgm:constr type="l" for="ch" forName="pictB1"/>
            <dgm:constr type="t" for="ch" forName="pictB1"/>
            <dgm:constr type="w" for="ch" forName="pictB1" refType="h"/>
            <dgm:constr type="h" for="ch" forName="pictB1" refType="h"/>
            <dgm:constr type="r" for="ch" forName="oneDotPict" refType="r" refFor="ch" refForName="pictA1"/>
            <dgm:constr type="b" for="ch" forName="oneDotPict" refType="b" refFor="ch" refForName="pictA1"/>
            <dgm:constr type="rOff" for="ch" forName="oneDotPict" refType="userD" fact="-1"/>
            <dgm:constr type="bOff" for="ch" forName="oneDotPict" refType="userD" fact="-1"/>
            <dgm:constr type="w" for="ch" forName="oneDotPict" refType="userD"/>
            <dgm:constr type="h" for="ch" forName="oneDotPict" refType="userD"/>
            <dgm:constr type="r" for="ch" forName="pictA2" refType="w"/>
            <dgm:constr type="t" for="ch" forName="pictA2"/>
            <dgm:constr type="w" for="ch" forName="pictA2" refType="h" fact="0.608"/>
            <dgm:constr type="h" for="ch" forName="pictA2" refType="h" fact="0.608"/>
            <dgm:constr type="r" for="ch" forName="pictB2" refType="w"/>
            <dgm:constr type="t" for="ch" forName="pictB2"/>
            <dgm:constr type="w" for="ch" forName="pictB2" refType="h" fact="0.608"/>
            <dgm:constr type="h" for="ch" forName="pictB2" refType="h" fact="0.608"/>
            <dgm:constr type="r" for="ch" forName="twoDotsPict" refType="r" refFor="ch" refForName="pictA2"/>
            <dgm:constr type="b" for="ch" forName="twoDotsPict" refType="b" refFor="ch" refForName="pictA2"/>
            <dgm:constr type="rOff" for="ch" forName="twoDotsPict" refType="userD" fact="-1"/>
            <dgm:constr type="bOff" for="ch" forName="twoDotsPict" refType="userD" fact="-1"/>
            <dgm:constr type="w" for="ch" forName="twoDotsPict" refType="userD" fact="2.5"/>
            <dgm:constr type="h" for="ch" forName="twoDotsPict" refType="userD"/>
            <dgm:constr type="r" for="ch" forName="pictA3" refType="w"/>
            <dgm:constr type="b" for="ch" forName="pictA3" refType="h"/>
            <dgm:constr type="w" for="ch" forName="pictA3" refType="h" fact="0.371"/>
            <dgm:constr type="h" for="ch" forName="pictA3" refType="h" fact="0.371"/>
            <dgm:constr type="r" for="ch" forName="pictB3" refType="w"/>
            <dgm:constr type="b" for="ch" forName="pictB3" refType="h"/>
            <dgm:constr type="w" for="ch" forName="pictB3" refType="h" fact="0.371"/>
            <dgm:constr type="h" for="ch" forName="pictB3" refType="h" fact="0.371"/>
            <dgm:constr type="r" for="ch" forName="threeDotsPict" refType="r" refFor="ch" refForName="pictA3"/>
            <dgm:constr type="b" for="ch" forName="threeDotsPict" refType="b" refFor="ch" refForName="pictA3"/>
            <dgm:constr type="rOff" for="ch" forName="threeDotsPict" refType="userD" fact="-1"/>
            <dgm:constr type="bOff" for="ch" forName="threeDotsPict" refType="userD" fact="-1"/>
            <dgm:constr type="w" for="ch" forName="threeDotsPict" refType="userD" fact="3.25"/>
            <dgm:constr type="h" for="ch" forName="threeDotsPict" refType="userD" fact="3.25"/>
            <dgm:constr type="l" for="ch" forName="pictA4" refType="l" refFor="ch" refForName="space2"/>
            <dgm:constr type="b" for="ch" forName="pictA4" refType="h"/>
            <dgm:constr type="w" for="ch" forName="pictA4" refType="h" fact="0.216"/>
            <dgm:constr type="h" for="ch" forName="pictA4" refType="h" fact="0.216"/>
            <dgm:constr type="l" for="ch" forName="pictB4" refType="l" refFor="ch" refForName="space2"/>
            <dgm:constr type="b" for="ch" forName="pictB4" refType="h"/>
            <dgm:constr type="w" for="ch" forName="pictB4" refType="h" fact="0.216"/>
            <dgm:constr type="h" for="ch" forName="pictB4" refType="h" fact="0.216"/>
            <dgm:constr type="r" for="ch" forName="fourDotsPict" refType="r" refFor="ch" refForName="pictA4"/>
            <dgm:constr type="b" for="ch" forName="fourDotsPict" refType="b" refFor="ch" refForName="pictA4"/>
            <dgm:constr type="rOff" for="ch" forName="fourDotsPict" refType="userD" fact="-1"/>
            <dgm:constr type="bOff" for="ch" forName="fourDotsPict" refType="userD" fact="-1"/>
            <dgm:constr type="w" for="ch" forName="fourDotsPict" refType="userD" fact="2.5"/>
            <dgm:constr type="h" for="ch" forName="fourDotsPict" refType="userD" fact="2.5"/>
            <dgm:constr type="l" for="ch" forName="pictA5" refType="l" refFor="ch" refForName="space2"/>
            <dgm:constr type="t" for="ch" forName="pictA5" refType="h" fact="0.629"/>
            <dgm:constr type="w" for="ch" forName="pictA5" refType="h" fact="0.216"/>
            <dgm:constr type="h" for="ch" forName="pictA5" refType="h" fact="0.133"/>
            <dgm:constr type="l" for="ch" forName="pictB5" refType="l" refFor="ch" refForName="space2"/>
            <dgm:constr type="t" for="ch" forName="pictB5" refType="h" fact="0.629"/>
            <dgm:constr type="w" for="ch" forName="pictB5" refType="h" fact="0.216"/>
            <dgm:constr type="h" for="ch" forName="pictB5" refType="h" fact="0.133"/>
            <dgm:constr type="r" for="ch" forName="fiveDotsPict" refType="r" refFor="ch" refForName="pictA5"/>
            <dgm:constr type="b" for="ch" forName="fiveDotsPict" refType="b" refFor="ch" refForName="pictA5"/>
            <dgm:constr type="rOff" for="ch" forName="fiveDotsPict" refType="userD" fact="-1"/>
            <dgm:constr type="bOff" for="ch" forName="fiveDotsPict" refType="userD" fact="-1"/>
            <dgm:constr type="w" for="ch" forName="fiveDotsPict" refType="userD" fact="3.25"/>
            <dgm:constr type="h" for="ch" forName="fiveDotsPict" refType="userD" fact="3.25"/>
          </dgm:constrLst>
        </dgm:if>
        <dgm:else name="Name5">
          <dgm:constrLst>
            <dgm:constr type="userD"/>
            <dgm:constr type="w" for="ch" forName="space1" refType="h"/>
            <dgm:constr type="h" for="ch" forName="space1" refType="h"/>
            <dgm:constr type="l" for="ch" forName="space2"/>
            <dgm:constr type="w" for="ch" forName="space2" refType="h" fact="0.608"/>
            <dgm:constr type="r" for="ch" forName="pictA1" refType="w"/>
            <dgm:constr type="t" for="ch" forName="pictA1"/>
            <dgm:constr type="w" for="ch" forName="pictA1" refType="h"/>
            <dgm:constr type="h" for="ch" forName="pictA1" refType="h"/>
            <dgm:constr type="r" for="ch" forName="pictB1" refType="w"/>
            <dgm:constr type="t" for="ch" forName="pictB1"/>
            <dgm:constr type="w" for="ch" forName="pictB1" refType="h"/>
            <dgm:constr type="h" for="ch" forName="pictB1" refType="h"/>
            <dgm:constr type="r" for="ch" forName="oneDotPict" refType="r" refFor="ch" refForName="pictA1"/>
            <dgm:constr type="b" for="ch" forName="oneDotPict" refType="b" refFor="ch" refForName="pictA1"/>
            <dgm:constr type="rOff" for="ch" forName="oneDotPict" refType="userD" fact="-1"/>
            <dgm:constr type="bOff" for="ch" forName="oneDotPict" refType="userD" fact="-1"/>
            <dgm:constr type="w" for="ch" forName="oneDotPict" refType="userD"/>
            <dgm:constr type="h" for="ch" forName="oneDotPict" refType="userD"/>
            <dgm:constr type="l" for="ch" forName="pictA2"/>
            <dgm:constr type="t" for="ch" forName="pictA2"/>
            <dgm:constr type="w" for="ch" forName="pictA2" refType="h" fact="0.608"/>
            <dgm:constr type="h" for="ch" forName="pictA2" refType="h" fact="0.608"/>
            <dgm:constr type="l" for="ch" forName="pictB2"/>
            <dgm:constr type="t" for="ch" forName="pictB2"/>
            <dgm:constr type="w" for="ch" forName="pictB2" refType="h" fact="0.608"/>
            <dgm:constr type="h" for="ch" forName="pictB2" refType="h" fact="0.608"/>
            <dgm:constr type="r" for="ch" forName="twoDotsPict" refType="r" refFor="ch" refForName="pictA2"/>
            <dgm:constr type="b" for="ch" forName="twoDotsPict" refType="b" refFor="ch" refForName="pictA2"/>
            <dgm:constr type="rOff" for="ch" forName="twoDotsPict" refType="userD" fact="-1"/>
            <dgm:constr type="bOff" for="ch" forName="twoDotsPict" refType="userD" fact="-1"/>
            <dgm:constr type="w" for="ch" forName="twoDotsPict" refType="userD" fact="2.5"/>
            <dgm:constr type="h" for="ch" forName="twoDotsPict" refType="userD"/>
            <dgm:constr type="l" for="ch" forName="pictA3"/>
            <dgm:constr type="b" for="ch" forName="pictA3" refType="h"/>
            <dgm:constr type="w" for="ch" forName="pictA3" refType="h" fact="0.371"/>
            <dgm:constr type="h" for="ch" forName="pictA3" refType="h" fact="0.371"/>
            <dgm:constr type="l" for="ch" forName="pictB3"/>
            <dgm:constr type="b" for="ch" forName="pictB3" refType="h"/>
            <dgm:constr type="w" for="ch" forName="pictB3" refType="h" fact="0.371"/>
            <dgm:constr type="h" for="ch" forName="pictB3" refType="h" fact="0.371"/>
            <dgm:constr type="r" for="ch" forName="threeDotsPict" refType="r" refFor="ch" refForName="pictA3"/>
            <dgm:constr type="b" for="ch" forName="threeDotsPict" refType="b" refFor="ch" refForName="pictA3"/>
            <dgm:constr type="rOff" for="ch" forName="threeDotsPict" refType="userD" fact="-1"/>
            <dgm:constr type="bOff" for="ch" forName="threeDotsPict" refType="userD" fact="-1"/>
            <dgm:constr type="w" for="ch" forName="threeDotsPict" refType="userD" fact="3.25"/>
            <dgm:constr type="h" for="ch" forName="threeDotsPict" refType="userD" fact="3.25"/>
            <dgm:constr type="r" for="ch" forName="pictA4" refType="r" refFor="ch" refForName="space2"/>
            <dgm:constr type="b" for="ch" forName="pictA4" refType="h"/>
            <dgm:constr type="w" for="ch" forName="pictA4" refType="h" fact="0.216"/>
            <dgm:constr type="h" for="ch" forName="pictA4" refType="h" fact="0.216"/>
            <dgm:constr type="r" for="ch" forName="pictB4" refType="r" refFor="ch" refForName="space2"/>
            <dgm:constr type="b" for="ch" forName="pictB4" refType="h"/>
            <dgm:constr type="w" for="ch" forName="pictB4" refType="h" fact="0.216"/>
            <dgm:constr type="h" for="ch" forName="pictB4" refType="h" fact="0.216"/>
            <dgm:constr type="r" for="ch" forName="fourDotsPict" refType="r" refFor="ch" refForName="pictA4"/>
            <dgm:constr type="b" for="ch" forName="fourDotsPict" refType="b" refFor="ch" refForName="pictA4"/>
            <dgm:constr type="rOff" for="ch" forName="fourDotsPict" refType="userD" fact="-1"/>
            <dgm:constr type="bOff" for="ch" forName="fourDotsPict" refType="userD" fact="-1"/>
            <dgm:constr type="w" for="ch" forName="fourDotsPict" refType="userD" fact="2.5"/>
            <dgm:constr type="h" for="ch" forName="fourDotsPict" refType="userD" fact="2.5"/>
            <dgm:constr type="r" for="ch" forName="pictA5" refType="r" refFor="ch" refForName="space2"/>
            <dgm:constr type="t" for="ch" forName="pictA5" refType="h" fact="0.629"/>
            <dgm:constr type="w" for="ch" forName="pictA5" refType="h" fact="0.216"/>
            <dgm:constr type="h" for="ch" forName="pictA5" refType="h" fact="0.133"/>
            <dgm:constr type="r" for="ch" forName="pictB5" refType="r" refFor="ch" refForName="space2"/>
            <dgm:constr type="t" for="ch" forName="pictB5" refType="h" fact="0.629"/>
            <dgm:constr type="w" for="ch" forName="pictB5" refType="h" fact="0.216"/>
            <dgm:constr type="h" for="ch" forName="pictB5" refType="h" fact="0.133"/>
            <dgm:constr type="r" for="ch" forName="fiveDotsPict" refType="r" refFor="ch" refForName="pictA5"/>
            <dgm:constr type="b" for="ch" forName="fiveDotsPict" refType="b" refFor="ch" refForName="pictA5"/>
            <dgm:constr type="rOff" for="ch" forName="fiveDotsPict" refType="userD" fact="-1"/>
            <dgm:constr type="bOff" for="ch" forName="fiveDotsPict" refType="userD" fact="-1"/>
            <dgm:constr type="w" for="ch" forName="fiveDotsPict" refType="userD" fact="3.25"/>
            <dgm:constr type="h" for="ch" forName="fiveDotsPict" refType="userD" fact="3.25"/>
          </dgm:constrLst>
        </dgm:else>
      </dgm:choose>
      <dgm:layoutNode name="space1">
        <dgm:alg type="sp"/>
        <dgm:shape xmlns:r="http://schemas.openxmlformats.org/officeDocument/2006/relationships" r:blip="">
          <dgm:adjLst/>
        </dgm:shape>
      </dgm:layoutNode>
      <dgm:layoutNode name="space2">
        <dgm:alg type="sp"/>
        <dgm:shape xmlns:r="http://schemas.openxmlformats.org/officeDocument/2006/relationships" r:blip="">
          <dgm:adjLst/>
        </dgm:shape>
      </dgm:layoutNode>
      <dgm:choose name="Name6">
        <dgm:if name="Name7" axis="ch" ptType="node" func="cnt" op="gte" val="1">
          <dgm:forEach name="Name8" axis="ch" ptType="sibTrans" hideLastTrans="0" cnt="1">
            <dgm:layoutNode name="pictA1">
              <dgm:alg type="sp"/>
              <dgm:shape xmlns:r="http://schemas.openxmlformats.org/officeDocument/2006/relationships" r:blip="">
                <dgm:adjLst/>
              </dgm:shape>
              <dgm:presOf/>
              <dgm:forEach name="Name9" ref="imageRepeat"/>
            </dgm:layoutNode>
            <dgm:layoutNode name="oneDot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Pict_11" refType="userD"/>
                <dgm:constr type="h" for="ch" forName="dotPict_11" refType="userD"/>
              </dgm:constrLst>
              <dgm:layoutNode name="dotPict_1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10">
          <dgm:layoutNode name="pictB1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  <dgm:choose name="Name11">
        <dgm:if name="Name12" axis="ch" ptType="node" func="cnt" op="gte" val="2">
          <dgm:forEach name="Name13" axis="ch" ptType="sibTrans" hideLastTrans="0" st="2" cnt="1">
            <dgm:layoutNode name="pictA2">
              <dgm:alg type="sp"/>
              <dgm:shape xmlns:r="http://schemas.openxmlformats.org/officeDocument/2006/relationships" r:blip="">
                <dgm:adjLst/>
              </dgm:shape>
              <dgm:presOf/>
              <dgm:forEach name="Name14" ref="imageRepeat"/>
            </dgm:layoutNode>
            <dgm:layoutNode name="twoDots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Pict_21" refType="userD"/>
                <dgm:constr type="h" for="ch" forName="dotPict_21" refType="userD"/>
                <dgm:constr type="l" for="ch" forName="dotPict_22" refType="userD" fact="1.5"/>
                <dgm:constr type="w" for="ch" forName="dotPict_22" refType="userD"/>
                <dgm:constr type="h" for="ch" forName="dotPict_22" refType="userD"/>
              </dgm:constrLst>
              <dgm:layoutNode name="dotPict_2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2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15">
          <dgm:layoutNode name="pictB2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  <dgm:choose name="Name16">
        <dgm:if name="Name17" axis="ch" ptType="node" func="cnt" op="gte" val="3">
          <dgm:forEach name="Name18" axis="ch" ptType="sibTrans" hideLastTrans="0" st="3" cnt="1">
            <dgm:layoutNode name="pictA3">
              <dgm:alg type="sp"/>
              <dgm:shape xmlns:r="http://schemas.openxmlformats.org/officeDocument/2006/relationships" r:blip="">
                <dgm:adjLst/>
              </dgm:shape>
              <dgm:presOf/>
              <dgm:forEach name="Name19" ref="imageRepeat"/>
            </dgm:layoutNode>
            <dgm:layoutNode name="threeDots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l" for="ch" forName="dotPict_31"/>
                <dgm:constr type="t" for="ch" forName="dotPict_31" refType="userD" fact="2.25"/>
                <dgm:constr type="w" for="ch" forName="dotPict_31" refType="userD"/>
                <dgm:constr type="h" for="ch" forName="dotPict_31" refType="userD"/>
                <dgm:constr type="l" for="ch" forName="dotPict_32" refType="userD" fact="1.125"/>
                <dgm:constr type="t" for="ch" forName="dotPict_32" refType="userD" fact="1.125"/>
                <dgm:constr type="w" for="ch" forName="dotPict_32" refType="userD"/>
                <dgm:constr type="h" for="ch" forName="dotPict_32" refType="userD"/>
                <dgm:constr type="l" for="ch" forName="dotPict_33" refType="userD" fact="2.25"/>
                <dgm:constr type="t" for="ch" forName="dotPict_33"/>
                <dgm:constr type="w" for="ch" forName="dotPict_33" refType="userD"/>
                <dgm:constr type="h" for="ch" forName="dotPict_33" refType="userD"/>
              </dgm:constrLst>
              <dgm:layoutNode name="dotPict_3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3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3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20">
          <dgm:layoutNode name="pictB3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  <dgm:choose name="Name21">
        <dgm:if name="Name22" axis="ch" ptType="node" func="cnt" op="gte" val="4">
          <dgm:forEach name="Name23" axis="ch" ptType="sibTrans" hideLastTrans="0" st="4" cnt="1">
            <dgm:layoutNode name="pictA4">
              <dgm:alg type="sp"/>
              <dgm:shape xmlns:r="http://schemas.openxmlformats.org/officeDocument/2006/relationships" r:blip="">
                <dgm:adjLst/>
              </dgm:shape>
              <dgm:presOf/>
              <dgm:forEach name="Name24" ref="imageRepeat"/>
            </dgm:layoutNode>
            <dgm:layoutNode name="fourDots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Pict_41" refType="userD"/>
                <dgm:constr type="h" for="ch" forName="dotPict_41" refType="userD"/>
                <dgm:constr type="l" for="ch" forName="dotPict_42" refType="userD" fact="1.5"/>
                <dgm:constr type="w" for="ch" forName="dotPict_42" refType="userD"/>
                <dgm:constr type="h" for="ch" forName="dotPict_42" refType="userD"/>
                <dgm:constr type="t" for="ch" forName="dotPict_43" refType="userD" fact="1.5"/>
                <dgm:constr type="w" for="ch" forName="dotPict_43" refType="userD"/>
                <dgm:constr type="h" for="ch" forName="dotPict_43" refType="userD"/>
                <dgm:constr type="l" for="ch" forName="dotPict_44" refType="userD" fact="1.5"/>
                <dgm:constr type="t" for="ch" forName="dotPict_44" refType="userD" fact="1.5"/>
                <dgm:constr type="w" for="ch" forName="dotPict_44" refType="userD"/>
                <dgm:constr type="h" for="ch" forName="dotPict_44" refType="userD"/>
              </dgm:constrLst>
              <dgm:layoutNode name="dotPict_4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4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4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44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25">
          <dgm:layoutNode name="pictB4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  <dgm:choose name="Name26">
        <dgm:if name="Name27" axis="ch" ptType="node" func="cnt" op="gte" val="5">
          <dgm:forEach name="Name28" axis="ch" ptType="sibTrans" hideLastTrans="0" st="5" cnt="1">
            <dgm:layoutNode name="pictA5">
              <dgm:alg type="sp"/>
              <dgm:shape xmlns:r="http://schemas.openxmlformats.org/officeDocument/2006/relationships" r:blip="">
                <dgm:adjLst/>
              </dgm:shape>
              <dgm:presOf/>
              <dgm:forEach name="Name29" ref="imageRepeat"/>
            </dgm:layoutNode>
            <dgm:layoutNode name="fiveDots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l" for="ch" forName="dotPict_51"/>
                <dgm:constr type="t" for="ch" forName="dotPict_51" refType="userD" fact="2.25"/>
                <dgm:constr type="w" for="ch" forName="dotPict_51" refType="userD"/>
                <dgm:constr type="h" for="ch" forName="dotPict_51" refType="userD"/>
                <dgm:constr type="l" for="ch" forName="dotPict_52" refType="userD" fact="1.125"/>
                <dgm:constr type="t" for="ch" forName="dotPict_52" refType="userD" fact="1.125"/>
                <dgm:constr type="w" for="ch" forName="dotPict_52" refType="userD"/>
                <dgm:constr type="h" for="ch" forName="dotPict_52" refType="userD"/>
                <dgm:constr type="l" for="ch" forName="dotPict_53" refType="userD" fact="2.25"/>
                <dgm:constr type="t" for="ch" forName="dotPict_53"/>
                <dgm:constr type="w" for="ch" forName="dotPict_53" refType="userD"/>
                <dgm:constr type="h" for="ch" forName="dotPict_53" refType="userD"/>
                <dgm:constr type="l" for="ch" forName="dotPict_54"/>
                <dgm:constr type="t" for="ch" forName="dotPict_54"/>
                <dgm:constr type="w" for="ch" forName="dotPict_54" refType="userD"/>
                <dgm:constr type="h" for="ch" forName="dotPict_54" refType="userD"/>
                <dgm:constr type="l" for="ch" forName="dotPict_55" refType="userD" fact="2.25"/>
                <dgm:constr type="t" for="ch" forName="dotPict_55" refType="userD" fact="2.25"/>
                <dgm:constr type="w" for="ch" forName="dotPict_55" refType="userD"/>
                <dgm:constr type="h" for="ch" forName="dotPict_55" refType="userD"/>
              </dgm:constrLst>
              <dgm:layoutNode name="dotPict_5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5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5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54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55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30">
          <dgm:layoutNode name="pictB5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</dgm:layoutNode>
    <dgm:layoutNode name="txLine">
      <dgm:choose name="Name31">
        <dgm:if name="Name32" func="var" arg="dir" op="equ" val="norm">
          <dgm:alg type="lin">
            <dgm:param type="horzAlign" val="r"/>
          </dgm:alg>
        </dgm:if>
        <dgm:else name="Name33">
          <dgm:alg type="lin">
            <dgm:param type="horzAlign" val="l"/>
            <dgm:param type="linDir" val="fromR"/>
          </dgm:alg>
        </dgm:else>
      </dgm:choose>
      <dgm:constrLst>
        <dgm:constr type="primFontSz" for="ch" ptType="node" op="equ" val="65"/>
        <dgm:constr type="w" for="ch" ptType="node" refType="primFontSz" refFor="ch" refPtType="node" fact="0.5"/>
        <dgm:constr type="h" for="ch" ptType="node" refType="h"/>
      </dgm:constrLst>
      <dgm:ruleLst>
        <dgm:rule type="primFontSz" for="ch" ptType="node" val="5" fact="NaN" max="NaN"/>
      </dgm:ruleLst>
      <dgm:forEach name="Name34" axis="ch" ptType="node">
        <dgm:choose name="Name35">
          <dgm:if name="Name36" axis="self" ptType="node" func="pos" op="equ" val="1">
            <dgm:layoutNode name="oneDot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Tx_11" refType="userD"/>
                <dgm:constr type="h" for="ch" forName="dotTx_11" refType="userD"/>
              </dgm:constrLst>
              <dgm:layoutNode name="dotTx_1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37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if name="Name38" axis="self" ptType="node" func="pos" op="equ" val="2">
            <dgm:layoutNode name="twoDots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Tx_21" refType="userD"/>
                <dgm:constr type="h" for="ch" forName="dotTx_21" refType="userD"/>
                <dgm:constr type="l" for="ch" forName="dotTx_22" refType="userD" fact="1.5"/>
                <dgm:constr type="w" for="ch" forName="dotTx_22" refType="userD"/>
                <dgm:constr type="h" for="ch" forName="dotTx_22" refType="userD"/>
              </dgm:constrLst>
              <dgm:layoutNode name="dotTx_2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2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39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if name="Name40" axis="self" ptType="node" func="pos" op="equ" val="3">
            <dgm:layoutNode name="threeDots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l" for="ch" forName="dotTx_31"/>
                <dgm:constr type="t" for="ch" forName="dotTx_31" refType="userD" fact="2.25"/>
                <dgm:constr type="w" for="ch" forName="dotTx_31" refType="userD"/>
                <dgm:constr type="h" for="ch" forName="dotTx_31" refType="userD"/>
                <dgm:constr type="l" for="ch" forName="dotTx_32" refType="userD" fact="1.125"/>
                <dgm:constr type="t" for="ch" forName="dotTx_32" refType="userD" fact="1.125"/>
                <dgm:constr type="w" for="ch" forName="dotTx_32" refType="userD"/>
                <dgm:constr type="h" for="ch" forName="dotTx_32" refType="userD"/>
                <dgm:constr type="l" for="ch" forName="dotTx_33" refType="userD" fact="2.25"/>
                <dgm:constr type="t" for="ch" forName="dotTx_33"/>
                <dgm:constr type="w" for="ch" forName="dotTx_33" refType="userD"/>
                <dgm:constr type="h" for="ch" forName="dotTx_33" refType="userD"/>
              </dgm:constrLst>
              <dgm:layoutNode name="dotTx_3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3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3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41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if name="Name42" axis="self" ptType="node" func="pos" op="equ" val="4">
            <dgm:layoutNode name="fourDots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Tx_41" refType="userD"/>
                <dgm:constr type="h" for="ch" forName="dotTx_41" refType="userD"/>
                <dgm:constr type="l" for="ch" forName="dotTx_42" refType="userD" fact="1.5"/>
                <dgm:constr type="w" for="ch" forName="dotTx_42" refType="userD"/>
                <dgm:constr type="h" for="ch" forName="dotTx_42" refType="userD"/>
                <dgm:constr type="t" for="ch" forName="dotTx_43" refType="userD" fact="1.5"/>
                <dgm:constr type="w" for="ch" forName="dotTx_43" refType="userD"/>
                <dgm:constr type="h" for="ch" forName="dotTx_43" refType="userD"/>
                <dgm:constr type="l" for="ch" forName="dotTx_44" refType="userD" fact="1.5"/>
                <dgm:constr type="t" for="ch" forName="dotTx_44" refType="userD" fact="1.5"/>
                <dgm:constr type="w" for="ch" forName="dotTx_44" refType="userD"/>
                <dgm:constr type="h" for="ch" forName="dotTx_44" refType="userD"/>
              </dgm:constrLst>
              <dgm:layoutNode name="dotTx_4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4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4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44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43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if name="Name44" axis="self" ptType="node" func="pos" op="equ" val="5">
            <dgm:layoutNode name="fiveDots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l" for="ch" forName="dotTx_51"/>
                <dgm:constr type="t" for="ch" forName="dotTx_51" refType="userD" fact="2.25"/>
                <dgm:constr type="w" for="ch" forName="dotTx_51" refType="userD"/>
                <dgm:constr type="h" for="ch" forName="dotTx_51" refType="userD"/>
                <dgm:constr type="l" for="ch" forName="dotTx_52" refType="userD" fact="1.125"/>
                <dgm:constr type="t" for="ch" forName="dotTx_52" refType="userD" fact="1.125"/>
                <dgm:constr type="w" for="ch" forName="dotTx_52" refType="userD"/>
                <dgm:constr type="h" for="ch" forName="dotTx_52" refType="userD"/>
                <dgm:constr type="l" for="ch" forName="dotTx_53" refType="userD" fact="2.25"/>
                <dgm:constr type="t" for="ch" forName="dotTx_53"/>
                <dgm:constr type="w" for="ch" forName="dotTx_53" refType="userD"/>
                <dgm:constr type="h" for="ch" forName="dotTx_53" refType="userD"/>
                <dgm:constr type="l" for="ch" forName="dotTx_54"/>
                <dgm:constr type="t" for="ch" forName="dotTx_54"/>
                <dgm:constr type="w" for="ch" forName="dotTx_54" refType="userD"/>
                <dgm:constr type="h" for="ch" forName="dotTx_54" refType="userD"/>
                <dgm:constr type="l" for="ch" forName="dotTx_55" refType="userD" fact="2.25"/>
                <dgm:constr type="t" for="ch" forName="dotTx_55" refType="userD" fact="2.25"/>
                <dgm:constr type="w" for="ch" forName="dotTx_55" refType="userD"/>
                <dgm:constr type="h" for="ch" forName="dotTx_55" refType="userD"/>
              </dgm:constrLst>
              <dgm:layoutNode name="dotTx_5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5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5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54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55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45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else name="Name46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3/22/2026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3/22/2026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87092" y="2998251"/>
            <a:ext cx="4430668" cy="861497"/>
          </a:xfrm>
        </p:spPr>
        <p:txBody>
          <a:bodyPr>
            <a:normAutofit fontScale="70000" lnSpcReduction="20000"/>
          </a:bodyPr>
          <a:lstStyle/>
          <a:p>
            <a:pPr algn="r"/>
            <a:endParaRPr lang="en-US" b="0" dirty="0">
              <a:solidFill>
                <a:schemeClr val="tx1"/>
              </a:solidFill>
            </a:endParaRPr>
          </a:p>
          <a:p>
            <a:pPr algn="r"/>
            <a:r>
              <a:rPr lang="en-US" sz="3100" b="0" dirty="0">
                <a:solidFill>
                  <a:schemeClr val="tx1"/>
                </a:solidFill>
              </a:rPr>
              <a:t>Student Name: K Abhi Ram Reddy </a:t>
            </a:r>
            <a:endParaRPr lang="en-IN" sz="31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7519" y="1924605"/>
            <a:ext cx="5757187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</a:t>
            </a:r>
            <a:r>
              <a:rPr lang="en-IN" sz="3200" dirty="0"/>
              <a:t>Network Port   	 						Scanner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553200" y="29464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  <a:p>
            <a:endParaRPr lang="en-GB" sz="24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705600" y="30988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 txBox="1">
            <a:spLocks/>
          </p:cNvSpPr>
          <p:nvPr/>
        </p:nvSpPr>
        <p:spPr>
          <a:xfrm>
            <a:off x="5587092" y="3630099"/>
            <a:ext cx="4227442" cy="86149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AICTE ID : </a:t>
            </a:r>
            <a:r>
              <a:rPr lang="en-IN" b="0" dirty="0"/>
              <a:t>STU682435072d25a1747203335</a:t>
            </a:r>
            <a:endParaRPr lang="en-IN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7" grpId="0"/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D0BFCA71-B2B9-9A50-6F08-D635DD08EC95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675957" y="1456545"/>
            <a:ext cx="586842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administrators and security professionals need a reliable, user-friendly way to identify active services and potential vulnerabilities on their networks.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clear visibility into open ports, systems remain exposed to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unauthorised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access, rogue services, and misconfigurations, making it difficult to maintain a secure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05CF875E-9FAF-C853-E9F8-42E79280F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172" y="1633420"/>
            <a:ext cx="814213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is a Network Port Scanner featuring a Graphical User Interface (GUI) designed to scan target IP addresses for open ports and active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allows users to specify an IP address and a port range (such as the well-known ports 1-1024) to map network exposure quickly.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example, during recent testing against target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10.70.51.10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the tool successfully identified open ports like Port 53 (DNS), providing immediate value for service enumeration and security auditing.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7751F57-43A2-4DF0-A0A0-066B878E2694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620008" y="2173705"/>
            <a:ext cx="731804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Administrators: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mapping local networks and verifying expected services.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Analysts &amp; Penetration Testers: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identifying vulnerabilities and rogue services during security audits.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Support Specialists: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troubleshooting network connectivity and firewall issues.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3F39ED5-A4CC-AA2B-3715-15A338AC387B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660399" y="1781596"/>
            <a:ext cx="857059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Scanning Backend: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Nmap / python-nmap library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Frontend/GUI: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Tkinter, PyQt, or similar Python GUI framework (based on the repository structure)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-316513" y="295480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70231" y="674157"/>
            <a:ext cx="5923625" cy="112107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400" dirty="0"/>
              <a:t>The scanner successfully probes targeted IP addresses and returns the status of designated ports. As demonstrated in the scan report, querying target 10.70.51.10 over ports 1-1024 accurately detected an open DNS service on Port 53.</a:t>
            </a:r>
            <a:endParaRPr lang="en-IN" sz="1400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1625F32A-08BB-B5AB-AAF7-0EA91F94F7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9649579"/>
              </p:ext>
            </p:extLst>
          </p:nvPr>
        </p:nvGraphicFramePr>
        <p:xfrm>
          <a:off x="95416" y="1869021"/>
          <a:ext cx="11420627" cy="4976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Protection from browser attacks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97AFDB-2BFA-43E2-3F2C-CDFD19E2CE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22" t="15558" r="13529" b="2062"/>
          <a:stretch>
            <a:fillRect/>
          </a:stretch>
        </p:blipFill>
        <p:spPr>
          <a:xfrm>
            <a:off x="2898574" y="1097280"/>
            <a:ext cx="7915200" cy="559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Introduction to System 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E1198C-2257-9BCF-42E4-DB5ED8E338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47" t="15188" r="13599" b="2145"/>
          <a:stretch>
            <a:fillRect/>
          </a:stretch>
        </p:blipFill>
        <p:spPr>
          <a:xfrm>
            <a:off x="2790908" y="1089327"/>
            <a:ext cx="7983110" cy="566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371155" y="583026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GitHub link</a:t>
            </a:r>
          </a:p>
        </p:txBody>
      </p:sp>
    </p:spTree>
    <p:extLst>
      <p:ext uri="{BB962C8B-B14F-4D97-AF65-F5344CB8AC3E}">
        <p14:creationId xmlns:p14="http://schemas.microsoft.com/office/powerpoint/2010/main" val="356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90351" y="1868555"/>
            <a:ext cx="11340000" cy="1478943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purl.org/dc/elements/1.1/"/>
    <ds:schemaRef ds:uri="16c05727-aa75-4e4a-9b5f-8a80a1165891"/>
    <ds:schemaRef ds:uri="http://schemas.microsoft.com/office/2006/metadata/properties"/>
    <ds:schemaRef ds:uri="http://purl.org/dc/terms/"/>
    <ds:schemaRef ds:uri="71af3243-3dd4-4a8d-8c0d-dd76da1f02a5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616</TotalTime>
  <Words>308</Words>
  <Application>Microsoft Office PowerPoint</Application>
  <PresentationFormat>Widescreen</PresentationFormat>
  <Paragraphs>33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Unicode MS</vt:lpstr>
      <vt:lpstr>Calibri</vt:lpstr>
      <vt:lpstr>Trebuchet MS</vt:lpstr>
      <vt:lpstr>Wingdings</vt:lpstr>
      <vt:lpstr>Wingdings 3</vt:lpstr>
      <vt:lpstr>Facet</vt:lpstr>
      <vt:lpstr>Project Title -Network Port           Scanner</vt:lpstr>
      <vt:lpstr>PROBLEM  STATEMENT</vt:lpstr>
      <vt:lpstr>Project Description  </vt:lpstr>
      <vt:lpstr>WHO ARE THE END USERS?</vt:lpstr>
      <vt:lpstr>Technology Used</vt:lpstr>
      <vt:lpstr>RESULTS 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K Abhi Ram Reddy</cp:lastModifiedBy>
  <cp:revision>78</cp:revision>
  <dcterms:created xsi:type="dcterms:W3CDTF">2021-07-11T13:13:15Z</dcterms:created>
  <dcterms:modified xsi:type="dcterms:W3CDTF">2026-03-21T20:48:06Z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